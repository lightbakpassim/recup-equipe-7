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3C28"/>
                </a:solidFill>
                <a:latin typeface="Calibri"/>
              </a:rPr>
              <a:t>ESIG TECH ARENA 2026  ·  MINI-CHALLENGE  ·  EQUIPE_7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171310"/>
                </a:solidFill>
                <a:latin typeface="Georgia"/>
              </a:rPr>
              <a:t>Récup’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71310"/>
                </a:solidFill>
                <a:latin typeface="Calibri"/>
              </a:rPr>
              <a:t>Le tableau du campus pour retrouver ce que tu as perdu,
et emprunter ce qu’il te manque.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2011680" cy="384048"/>
          </a:xfrm>
          <a:prstGeom prst="roundRect">
            <a:avLst/>
          </a:prstGeom>
          <a:solidFill>
            <a:srgbClr val="C4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1EADC"/>
                </a:solidFill>
                <a:latin typeface="Calibri"/>
              </a:rPr>
              <a:t>EQUIPE_7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71310"/>
                </a:solidFill>
                <a:latin typeface="Calibri"/>
              </a:rPr>
              <a:t>BAKPASSIM Pouwedeo 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823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71310"/>
                </a:solidFill>
                <a:latin typeface="Calibri"/>
              </a:rPr>
              <a:t>ABOLO-SEWOVI Ami Raphaëlla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29783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71310"/>
                </a:solidFill>
                <a:latin typeface="Calibri"/>
              </a:rPr>
              <a:t>KOUYAKOUTOULI Godwin Marc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Calibri"/>
              </a:rPr>
              <a:t>EQUIPE_7  ·  Récup’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B625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3C28"/>
                </a:solidFill>
                <a:latin typeface="Calibri"/>
              </a:rP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71310"/>
                </a:solidFill>
                <a:latin typeface="Georgia"/>
              </a:rPr>
              <a:t>Badge perdu. WhatsApp saturé.
Objet jamais rendu.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B6258"/>
                </a:solidFill>
                <a:latin typeface="Calibri"/>
              </a:rPr>
              <a:t>Aujourd’hui l’info est éclatée : groupes, bouche-à-oreille, accueil.
On perd du temps, de l’argent, et beaucoup d’objets restent dans un sac.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Calibri"/>
              </a:rPr>
              <a:t>EQUIPE_7  ·  Récup’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B625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3C28"/>
                </a:solidFill>
                <a:latin typeface="Calibri"/>
              </a:rPr>
              <a:t>CONTEXTE &amp; UTILISATEURS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71310"/>
                </a:solidFill>
                <a:latin typeface="Georgia"/>
              </a:rPr>
              <a:t>Trois étudiants, le même campus,
zéro canal commun.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3474720" cy="2194560"/>
          </a:xfrm>
          <a:prstGeom prst="roundRect">
            <a:avLst/>
          </a:prstGeom>
          <a:solidFill>
            <a:srgbClr val="FF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337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1310"/>
                </a:solidFill>
                <a:latin typeface="Calibri"/>
              </a:rPr>
              <a:t>Lina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77639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6258"/>
                </a:solidFill>
                <a:latin typeface="Calibri"/>
              </a:rPr>
              <a:t>A perdu son badge entre l’amphi et la cafet.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108960"/>
            <a:ext cx="3474720" cy="2194560"/>
          </a:xfrm>
          <a:prstGeom prst="roundRect">
            <a:avLst/>
          </a:prstGeom>
          <a:solidFill>
            <a:srgbClr val="FF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337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1310"/>
                </a:solidFill>
                <a:latin typeface="Calibri"/>
              </a:rPr>
              <a:t>Karim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977639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6258"/>
                </a:solidFill>
                <a:latin typeface="Calibri"/>
              </a:rPr>
              <a:t>L’a trouvé. Ne sait pas à qui le rendre.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108960"/>
            <a:ext cx="3474720" cy="2194560"/>
          </a:xfrm>
          <a:prstGeom prst="roundRect">
            <a:avLst/>
          </a:prstGeom>
          <a:solidFill>
            <a:srgbClr val="FF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337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1310"/>
                </a:solidFill>
                <a:latin typeface="Calibri"/>
              </a:rPr>
              <a:t>Yassine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977639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6258"/>
                </a:solidFill>
                <a:latin typeface="Calibri"/>
              </a:rPr>
              <a:t>Peut prêter sa calculatrice avant l’exam.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Calibri"/>
              </a:rPr>
              <a:t>EQUIPE_7  ·  Récup’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B625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3C28"/>
                </a:solidFill>
                <a:latin typeface="Calibri"/>
              </a:rPr>
              <a:t>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71310"/>
                </a:solidFill>
                <a:latin typeface="Georgia"/>
              </a:rPr>
              <a:t>Un tableau unique.
Trois gestes. Trente secondes.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737360" cy="457200"/>
          </a:xfrm>
          <a:prstGeom prst="roundRect">
            <a:avLst/>
          </a:prstGeom>
          <a:solidFill>
            <a:srgbClr val="171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EADC"/>
                </a:solidFill>
              </a:rPr>
              <a:t>Trouvé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3657600"/>
            <a:ext cx="1737360" cy="457200"/>
          </a:xfrm>
          <a:prstGeom prst="roundRect">
            <a:avLst/>
          </a:prstGeom>
          <a:solidFill>
            <a:srgbClr val="171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EADC"/>
                </a:solidFill>
              </a:rPr>
              <a:t>Perdu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657600"/>
            <a:ext cx="1737360" cy="457200"/>
          </a:xfrm>
          <a:prstGeom prst="roundRect">
            <a:avLst/>
          </a:prstGeom>
          <a:solidFill>
            <a:srgbClr val="171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1EADC"/>
                </a:solidFill>
              </a:rPr>
              <a:t>Prêt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6258"/>
                </a:solidFill>
                <a:latin typeface="Calibri"/>
              </a:rPr>
              <a:t>On publie, on se donne RDV sur le campus, on clôture. Le fil reste propre.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Calibri"/>
              </a:rPr>
              <a:t>EQUIPE_7  ·  Récup’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B625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3C28"/>
                </a:solidFill>
                <a:latin typeface="Calibri"/>
              </a:rPr>
              <a:t>FONCTIONNALITÉS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011680"/>
          </a:xfrm>
          <a:prstGeom prst="roundRect">
            <a:avLst/>
          </a:prstGeom>
          <a:solidFill>
            <a:srgbClr val="FF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1310"/>
                </a:solidFill>
                <a:latin typeface="Calibri"/>
              </a:rPr>
              <a:t>1. J’ai trouvé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6258"/>
                </a:solidFill>
                <a:latin typeface="Calibri"/>
              </a:rPr>
              <a:t>Photo, catégorie, lieu.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474720" cy="2011680"/>
          </a:xfrm>
          <a:prstGeom prst="roundRect">
            <a:avLst/>
          </a:prstGeom>
          <a:solidFill>
            <a:srgbClr val="FF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1310"/>
                </a:solidFill>
                <a:latin typeface="Calibri"/>
              </a:rPr>
              <a:t>2. J’ai perdu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6258"/>
                </a:solidFill>
                <a:latin typeface="Calibri"/>
              </a:rPr>
              <a:t>Recherche visible, pas un message noyé.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474720" cy="2011680"/>
          </a:xfrm>
          <a:prstGeom prst="roundRect">
            <a:avLst/>
          </a:prstGeom>
          <a:solidFill>
            <a:srgbClr val="FF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645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1310"/>
                </a:solidFill>
                <a:latin typeface="Calibri"/>
              </a:rPr>
              <a:t>3. Je prête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286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6258"/>
                </a:solidFill>
                <a:latin typeface="Calibri"/>
              </a:rPr>
              <a:t>Calculatrice, chargeur, HDMI.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74720" cy="2011680"/>
          </a:xfrm>
          <a:prstGeom prst="roundRect">
            <a:avLst/>
          </a:prstGeom>
          <a:solidFill>
            <a:srgbClr val="FF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31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1310"/>
                </a:solidFill>
                <a:latin typeface="Calibri"/>
              </a:rPr>
              <a:t>4. C’est à moi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6258"/>
                </a:solidFill>
                <a:latin typeface="Calibri"/>
              </a:rPr>
              <a:t>RDV BU, cafet, hall.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657600"/>
            <a:ext cx="3474720" cy="2011680"/>
          </a:xfrm>
          <a:prstGeom prst="roundRect">
            <a:avLst/>
          </a:prstGeom>
          <a:solidFill>
            <a:srgbClr val="FF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931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1310"/>
                </a:solidFill>
                <a:latin typeface="Calibri"/>
              </a:rPr>
              <a:t>5. Récupéré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6258"/>
                </a:solidFill>
                <a:latin typeface="Calibri"/>
              </a:rPr>
              <a:t>L’annonce se ferme.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739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Calibri"/>
              </a:rPr>
              <a:t>EQUIPE_7  ·  Récup’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B625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3C28"/>
                </a:solidFill>
                <a:latin typeface="Calibri"/>
              </a:rPr>
              <a:t>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1310"/>
                </a:solidFill>
                <a:latin typeface="Georgia"/>
              </a:rPr>
              <a:t>Du badge trouvé au RDV.</a:t>
            </a:r>
          </a:p>
        </p:txBody>
      </p:sp>
      <p:pic>
        <p:nvPicPr>
          <p:cNvPr id="5" name="Picture 4" descr="01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3703320" cy="4297680"/>
          </a:xfrm>
          <a:prstGeom prst="rect">
            <a:avLst/>
          </a:prstGeom>
        </p:spPr>
      </p:pic>
      <p:pic>
        <p:nvPicPr>
          <p:cNvPr id="6" name="Picture 5" descr="04-fic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54480"/>
            <a:ext cx="3703320" cy="4297680"/>
          </a:xfrm>
          <a:prstGeom prst="rect">
            <a:avLst/>
          </a:prstGeom>
        </p:spPr>
      </p:pic>
      <p:pic>
        <p:nvPicPr>
          <p:cNvPr id="7" name="Picture 6" descr="06-recupe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554480"/>
            <a:ext cx="370332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8704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6258"/>
                </a:solidFill>
                <a:latin typeface="Calibri"/>
              </a:rPr>
              <a:t>On vous montre le parcours en 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Calibri"/>
              </a:rPr>
              <a:t>EQUIPE_7  ·  Récup’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B625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3C28"/>
                </a:solidFill>
                <a:latin typeface="Calibri"/>
              </a:rPr>
              <a:t>VALEUR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71310"/>
                </a:solidFill>
                <a:latin typeface="Georgia"/>
              </a:rPr>
              <a:t>Moins de rachat. Moins de stress.
Plus d’entraide.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B6258"/>
                </a:solidFill>
                <a:latin typeface="Calibri"/>
              </a:rPr>
              <a:t>Si on est retenus : alertes de similarité, carte des lieux, dépôt accueil.
Le cœur du produit est déjà là.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Calibri"/>
              </a:rPr>
              <a:t>EQUIPE_7  ·  Récup’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B625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3C28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171310"/>
                </a:solidFill>
                <a:latin typeface="Georgia"/>
              </a:rPr>
              <a:t>Récup’.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71310"/>
                </a:solidFill>
                <a:latin typeface="Calibri"/>
              </a:rPr>
              <a:t>Un problème que chacun a déjà vécu.
Une solution qu’on explique en une phrase.
Un proto qu’on vient de parcourir.
Merci — on répond à vos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Calibri"/>
              </a:rPr>
              <a:t>EQUIPE_7  ·  Récup’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B625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